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280160" cy="109728"/>
          </a:xfrm>
          <a:prstGeom prst="rect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BLUE CORAL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Blue Coral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CE3F7"/>
                </a:solidFill>
                <a:latin typeface="Calibri"/>
              </a:rPr>
              <a:t>Triển khai Dữ liệu &amp;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1E78"/>
                </a:solidFill>
                <a:latin typeface="Calibri"/>
              </a:rPr>
              <a:t>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5192B"/>
                </a:solidFill>
                <a:latin typeface="Calibri"/>
              </a:rPr>
              <a:t>Slide nội dung dùng màu Trust Blue + Coral từ token.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